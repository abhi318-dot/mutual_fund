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902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CAPSTONE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Mutual Fund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Analytics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3716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</a:rPr>
              <a:t>Bluestock Fintech  ·  Data Analyst Internship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Abhilash Nutenki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B.Tech – Artificial Intelligence &amp; Data Science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087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4592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0" y="132588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2606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Analyze Mutual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Fund Performance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96312" y="123444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99232" y="15087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645920"/>
            <a:ext cx="640080" cy="640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05072" y="132588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0507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96312" y="2606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Evaluate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Risk Metrics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672584" y="123444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75504" y="150876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645920"/>
            <a:ext cx="640080" cy="6400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81344" y="132588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181344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672584" y="2606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Generate Business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Insights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848856" y="123444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51776" y="15087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1645920"/>
            <a:ext cx="640080" cy="6400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357616" y="132588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357616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48856" y="2606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Build 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Fund Master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Core fund metadata &amp; categories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916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NAV History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8862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Net Asset Value time-series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AUM Data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76656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Assets Under Management trends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5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SIP Data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0584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Systematic Investment Plan records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4612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3375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862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Holdings Data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88620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Portfolio composition &amp; sectors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ETL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20240" cy="3566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00200"/>
            <a:ext cx="19202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58568" y="233172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063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Gather raw fund data from multiple sources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96312" y="1188720"/>
            <a:ext cx="1920240" cy="3566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96312" y="1188720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96312" y="1600200"/>
            <a:ext cx="1920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1371600"/>
            <a:ext cx="502920" cy="502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34840" y="233172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496312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2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2587752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587752" y="3063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Handle nulls, duplicates &amp; outliers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72584" y="1188720"/>
            <a:ext cx="1920240" cy="3566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72584" y="1188720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72584" y="1600200"/>
            <a:ext cx="192024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1371600"/>
            <a:ext cx="502920" cy="5029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611112" y="233172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672584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</a:rPr>
              <a:t>3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4764024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Transformation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764024" y="3063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 &amp; compute derived metrics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48856" y="1188720"/>
            <a:ext cx="1920240" cy="3566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48856" y="1188720"/>
            <a:ext cx="1920240" cy="82296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48856" y="1600200"/>
            <a:ext cx="1920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137160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48856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4</a:t>
            </a:r>
            <a:endParaRPr lang="en-US" sz="2800" dirty="0"/>
          </a:p>
        </p:txBody>
      </p:sp>
      <p:sp>
        <p:nvSpPr>
          <p:cNvPr id="33" name="Text 27"/>
          <p:cNvSpPr/>
          <p:nvPr/>
        </p:nvSpPr>
        <p:spPr>
          <a:xfrm>
            <a:off x="6940296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Loading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940296" y="3063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Load into analytics-ready format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Exploratory Data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04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Fund Distribution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7099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Breakdown by fund type, category &amp; sub-category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240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48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Category Analysis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26243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Equity, Debt, Hybrid composition insights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1546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AUM Trends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35387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Assets under management over time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" y="40690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3367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Fund House Insights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097280" y="44531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Performance across AMCs compared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Performance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45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CAGR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7830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Compound Annual Growth Rate measures long-term fund growth performance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50876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6459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Annual Returns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17830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Year-over-year return comparison across fund categories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306324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3383280"/>
            <a:ext cx="777240" cy="7772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204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Sharpe Ratio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1732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Risk-adjusted return: excess return per unit of total risk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3383280"/>
            <a:ext cx="777240" cy="7772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5204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Sortino Ratio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Downside risk-adjusted performance metric for fund evaluation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Risk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772400" cy="1051560"/>
          </a:xfrm>
          <a:prstGeom prst="roundRect">
            <a:avLst>
              <a:gd name="adj" fmla="val 10435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777240" cy="7772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3619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Value at Risk (VaR)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7556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Maximum expected loss at a given confidence level (95% / 99%)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7772400" cy="1051560"/>
          </a:xfrm>
          <a:prstGeom prst="roundRect">
            <a:avLst>
              <a:gd name="adj" fmla="val 10435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651760"/>
            <a:ext cx="777240" cy="7772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706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6060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Conditional VaR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63040" y="299008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Expected loss beyond VaR threshold — tail risk measurement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749040"/>
            <a:ext cx="7772400" cy="1051560"/>
          </a:xfrm>
          <a:prstGeom prst="roundRect">
            <a:avLst>
              <a:gd name="adj" fmla="val 10435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" y="3886200"/>
            <a:ext cx="777240" cy="7772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00507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840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Volatility Analysis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63040" y="42245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Standard deviation of returns measuring fund stability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Advanced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109728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74520"/>
            <a:ext cx="26517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Rolling Sharpe Ratio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Dynamic risk-adjusted returns tracked over rolling windows to identify performance trends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88720"/>
            <a:ext cx="2651760" cy="109728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87452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37160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Cohort Analysis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3154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Group investors by joining period to track retention patterns and fund loyalty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18872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188720"/>
            <a:ext cx="2651760" cy="1097280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0760" y="1874520"/>
            <a:ext cx="26517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7160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SIP Continuity Analysis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154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Measure consistency of systematic investment contributions across time periods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HHI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Herfindahl–Hirschman Index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5564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184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Sector Concentration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19842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Measure how concentrated fund holdings are within specific sectors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69748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88920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98648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7614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Diversification Assessment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31272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Score each fund's spread across uncorrelated asset categories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84048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3931920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041648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9044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Fund Categorization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42702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Classify funds as concentrated, moderate, or well-diversified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Power BI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474720"/>
          </a:xfrm>
          <a:prstGeom prst="roundRect">
            <a:avLst>
              <a:gd name="adj" fmla="val 39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7373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Dashboard Screenshot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 your Power BI dashboard screenshot here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88720" y="425196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4251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KPI Cards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0" y="425196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4251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Visualizations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425196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4251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Slicers &amp; Filters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926080"/>
            <a:ext cx="4114800" cy="41148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40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Mutual Funds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Analyzed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3258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2.2%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63440" y="21488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SIP Continuity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HHI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5760" y="4023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Majority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Diversified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✓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63440" y="4023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Actionable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Insights Generated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Bluestock Fintech · Abhilash Nutenki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Recommendations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3736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391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Improve SIP Retention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22402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Enhance investor engagement tools to boost 2.2% continuity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03911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 Risk Metrics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22402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Regular VaR &amp; CVaR reviews to stay within risk thresholds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32918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9359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Diversify Exposure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43000" y="37947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Reduce HHI concentration, broaden sector allocations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63440" y="32918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59359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40680" y="37947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ML-based return prediction, real-time dashboard integration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</a:rPr>
              <a:t>Thank You!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Abhilash Nutenki  ·  B.Tech AI &amp; DS  ·  Bluestock Fintech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478</Words>
  <Application>Microsoft Office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- Bluestock Fintech</dc:title>
  <dc:subject>PptxGenJS Presentation</dc:subject>
  <dc:creator>Abhilash Nutenki</dc:creator>
  <cp:lastModifiedBy>Abhilash Nutenki</cp:lastModifiedBy>
  <cp:revision>1</cp:revision>
  <dcterms:created xsi:type="dcterms:W3CDTF">2026-06-11T06:46:37Z</dcterms:created>
  <dcterms:modified xsi:type="dcterms:W3CDTF">2026-06-11T06:48:51Z</dcterms:modified>
</cp:coreProperties>
</file>